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spetitsprogres.fr/fabriquer-un-porte-cle-a-la-pate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bb-joh.fr/2018/11/26/diy-de-noel-empreinte-main-porte-photo-pate-a-sel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efrenchie.fr/imprimer-activite-pour-la-fete-des-meres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7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-900000">
            <a:off x="-1097280" y="-73152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200000">
            <a:off x="6858000" y="274320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FÊTE DES MAMANS · DIMANCHE 31 MAI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idées de fou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54864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faire un cadeau à Maman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48640" y="402336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Porte-clé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3383280" y="402336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16052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2336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Vide-poche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309360" y="402336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16052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4944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Carnet de bons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Préparé par Papa  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E4E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F47B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755648" y="1417320"/>
            <a:ext cx="329184" cy="237744"/>
          </a:xfrm>
          <a:prstGeom prst="ellipse">
            <a:avLst/>
          </a:prstGeom>
          <a:ln w="381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655064"/>
            <a:ext cx="0" cy="182880"/>
          </a:xfrm>
          <a:prstGeom prst="line">
            <a:avLst/>
          </a:prstGeom>
          <a:noFill/>
          <a:ln w="50800">
            <a:solidFill>
              <a:srgbClr val="8B5E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83280"/>
            <a:ext cx="1737360" cy="320040"/>
          </a:xfrm>
          <a:prstGeom prst="ellipse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783080"/>
            <a:ext cx="1920240" cy="1920240"/>
          </a:xfrm>
          <a:prstGeom prst="ellipse">
            <a:avLst/>
          </a:prstGeom>
          <a:solidFill>
            <a:srgbClr val="D9A579"/>
          </a:solidFill>
          <a:ln w="25400">
            <a:solidFill>
              <a:srgbClr val="8B5E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3020" y="2125980"/>
            <a:ext cx="1234440" cy="1234440"/>
          </a:xfrm>
          <a:prstGeom prst="ellipse">
            <a:avLst/>
          </a:prstGeom>
          <a:ln w="25400">
            <a:solidFill>
              <a:srgbClr val="8B5E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0180" y="2263140"/>
            <a:ext cx="960120" cy="960120"/>
          </a:xfrm>
          <a:prstGeom prst="ellipse">
            <a:avLst/>
          </a:prstGeom>
          <a:ln w="25400">
            <a:solidFill>
              <a:srgbClr val="8B5E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7340" y="2400300"/>
            <a:ext cx="685800" cy="685800"/>
          </a:xfrm>
          <a:prstGeom prst="ellipse">
            <a:avLst/>
          </a:prstGeom>
          <a:ln w="25400">
            <a:solidFill>
              <a:srgbClr val="8B5E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4500" y="2537460"/>
            <a:ext cx="411480" cy="411480"/>
          </a:xfrm>
          <a:prstGeom prst="ellipse">
            <a:avLst/>
          </a:prstGeom>
          <a:ln w="25400">
            <a:solidFill>
              <a:srgbClr val="8B5E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651760"/>
            <a:ext cx="182880" cy="182880"/>
          </a:xfrm>
          <a:prstGeom prst="ellipse">
            <a:avLst/>
          </a:prstGeom>
          <a:ln w="25400">
            <a:solidFill>
              <a:srgbClr val="8B5E3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92024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objet utile,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gardé toute l'année.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06240" y="502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7B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porte-clé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06240" y="914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Empreinte de doigt</a:t>
            </a:r>
            <a:endParaRPr lang="en-US" sz="3800" dirty="0"/>
          </a:p>
        </p:txBody>
      </p:sp>
      <p:sp>
        <p:nvSpPr>
          <p:cNvPr id="18" name="Shape 15"/>
          <p:cNvSpPr/>
          <p:nvPr/>
        </p:nvSpPr>
        <p:spPr>
          <a:xfrm>
            <a:off x="4206240" y="19476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17720" y="1874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une petite galette de pâte à sel (~5 cm).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06240" y="24048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2" name="Text 19"/>
          <p:cNvSpPr/>
          <p:nvPr/>
        </p:nvSpPr>
        <p:spPr>
          <a:xfrm>
            <a:off x="420624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1772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ton doigt au centre pour laisser ton empreinte.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206240" y="28620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5" name="Text 22"/>
          <p:cNvSpPr/>
          <p:nvPr/>
        </p:nvSpPr>
        <p:spPr>
          <a:xfrm>
            <a:off x="42062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17720" y="2788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Percer un trou en haut pour l'anneau.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206240" y="33192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8" name="Text 25"/>
          <p:cNvSpPr/>
          <p:nvPr/>
        </p:nvSpPr>
        <p:spPr>
          <a:xfrm>
            <a:off x="420624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17720" y="3246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Sécher 24 h à l'air libre, puis four 1 h à 100 °C.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206240" y="37764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31" name="Text 28"/>
          <p:cNvSpPr/>
          <p:nvPr/>
        </p:nvSpPr>
        <p:spPr>
          <a:xfrm>
            <a:off x="42062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1772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Peindre, vernir, et fixer l'anneau de porte-clé.</a:t>
            </a:r>
            <a:endParaRPr lang="en-US" sz="13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434840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480560" y="4416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de bricolage + cuisson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20624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168"/>
                </a:solidFill>
              </a:rPr>
              <a:t>Tuto : </a:t>
            </a:r>
            <a:pPr indent="0" marL="0">
              <a:buNone/>
            </a:pPr>
            <a:r>
              <a:rPr lang="en-US" sz="1000" b="1" u="sng" dirty="0">
                <a:solidFill>
                  <a:srgbClr val="F47B6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lespetitsprogres.fr/fabriquer-un-porte-cle-a-la-pate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E4E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57200"/>
            <a:ext cx="822960" cy="822960"/>
          </a:xfrm>
          <a:prstGeom prst="ellipse">
            <a:avLst/>
          </a:prstGeom>
          <a:solidFill>
            <a:srgbClr val="F47B6E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0" y="3703320"/>
            <a:ext cx="3474720" cy="320040"/>
          </a:xfrm>
          <a:prstGeom prst="ellipse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40680" y="1691640"/>
            <a:ext cx="3566160" cy="2103120"/>
          </a:xfrm>
          <a:prstGeom prst="ellipse">
            <a:avLst/>
          </a:prstGeom>
          <a:solidFill>
            <a:srgbClr val="D9A579"/>
          </a:solidFill>
          <a:ln w="25400">
            <a:solidFill>
              <a:srgbClr val="8B5E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874520"/>
            <a:ext cx="3108960" cy="1737360"/>
          </a:xfrm>
          <a:prstGeom prst="ellipse">
            <a:avLst/>
          </a:prstGeom>
          <a:solidFill>
            <a:srgbClr val="C18C5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537960" y="201168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3017520"/>
            <a:ext cx="292608" cy="29260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B8920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320" y="3063240"/>
            <a:ext cx="201168" cy="201168"/>
          </a:xfrm>
          <a:prstGeom prst="ellipse">
            <a:avLst/>
          </a:prstGeom>
          <a:solidFill>
            <a:srgbClr val="C18C5A"/>
          </a:solidFill>
          <a:ln/>
        </p:spPr>
      </p:sp>
      <p:sp>
        <p:nvSpPr>
          <p:cNvPr id="11" name="Shape 8"/>
          <p:cNvSpPr/>
          <p:nvPr/>
        </p:nvSpPr>
        <p:spPr>
          <a:xfrm>
            <a:off x="8138160" y="3108960"/>
            <a:ext cx="256032" cy="256032"/>
          </a:xfrm>
          <a:prstGeom prst="ellipse">
            <a:avLst/>
          </a:prstGeom>
          <a:solidFill>
            <a:srgbClr val="F9C846"/>
          </a:solidFill>
          <a:ln w="12700">
            <a:solidFill>
              <a:srgbClr val="B8920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918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3840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ses bijoux,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 clés ou ses pièces.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" y="502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7B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vide-poche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Empreinte de main</a:t>
            </a:r>
            <a:endParaRPr lang="en-US" sz="3800" dirty="0"/>
          </a:p>
        </p:txBody>
      </p:sp>
      <p:sp>
        <p:nvSpPr>
          <p:cNvPr id="16" name="Shape 12"/>
          <p:cNvSpPr/>
          <p:nvPr/>
        </p:nvSpPr>
        <p:spPr>
          <a:xfrm>
            <a:off x="365760" y="19476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7724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Étaler la pâte à sel sur ~1,5 cm d'épaisseur.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65760" y="24048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77240" y="2331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un cercle ou ovale (assiette retournée).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65760" y="28620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3" name="Text 19"/>
          <p:cNvSpPr/>
          <p:nvPr/>
        </p:nvSpPr>
        <p:spPr>
          <a:xfrm>
            <a:off x="36576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7724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fort ta main au centre, doigts écartés.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65760" y="33192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6" name="Text 22"/>
          <p:cNvSpPr/>
          <p:nvPr/>
        </p:nvSpPr>
        <p:spPr>
          <a:xfrm>
            <a:off x="36576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77240" y="3246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Relever les bords vers le haut pour faire la coupelle.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65760" y="3776472"/>
            <a:ext cx="274320" cy="27432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29" name="Text 25"/>
          <p:cNvSpPr/>
          <p:nvPr/>
        </p:nvSpPr>
        <p:spPr>
          <a:xfrm>
            <a:off x="36576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7724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Sécher 24 h, four 1 h à 100 °C, puis peindre + vernir.</a:t>
            </a:r>
            <a:endParaRPr lang="en-US" sz="13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434840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008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graver le prénom de Maman au cure-dent !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6576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168"/>
                </a:solidFill>
              </a:rPr>
              <a:t>Tuto : </a:t>
            </a:r>
            <a:pPr indent="0" marL="0">
              <a:buNone/>
            </a:pPr>
            <a:r>
              <a:rPr lang="en-US" sz="1000" b="1" u="sng" dirty="0">
                <a:solidFill>
                  <a:srgbClr val="F47B6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bb-joh.fr · empreinte main pâte à sel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BE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LES IDÉES 1 ET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recette de la pâte à sel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0" cy="2651760"/>
          </a:xfrm>
          <a:prstGeom prst="rect">
            <a:avLst/>
          </a:prstGeom>
          <a:solidFill>
            <a:srgbClr val="FFE4E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Ingrédients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603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verres de farine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953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verre de sel fin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verre d'eau tiède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947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(facultatif) colorant alimentaire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8463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Préparation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846320" y="2542032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6" name="Text 10"/>
          <p:cNvSpPr/>
          <p:nvPr/>
        </p:nvSpPr>
        <p:spPr>
          <a:xfrm>
            <a:off x="484632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2578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Mélanger farine + sel dans un saladier.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46320" y="2953512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9" name="Text 13"/>
          <p:cNvSpPr/>
          <p:nvPr/>
        </p:nvSpPr>
        <p:spPr>
          <a:xfrm>
            <a:off x="484632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2578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l'eau peu à peu en pétrissant.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846320" y="3364992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2" name="Text 16"/>
          <p:cNvSpPr/>
          <p:nvPr/>
        </p:nvSpPr>
        <p:spPr>
          <a:xfrm>
            <a:off x="484632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2578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à la main : pâte souple, pas collante.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846320" y="3776472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5" name="Text 19"/>
          <p:cNvSpPr/>
          <p:nvPr/>
        </p:nvSpPr>
        <p:spPr>
          <a:xfrm>
            <a:off x="484632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2578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Façonner, sécher 24 h, cuire 1 h à 100 °C.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Important : prévoir 1 jour de séchage AVANT la cuisson — donc s'y mettre tôt 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FFE4E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rgbClr val="F47B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7B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CADEAU MALIN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685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carnet de bons pour Maman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26680" y="914400"/>
            <a:ext cx="1143000" cy="36576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40000">
            <a:off x="7635240" y="292608"/>
            <a:ext cx="1143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C9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120000">
            <a:off x="7543800" y="274320"/>
            <a:ext cx="1143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C9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2360" y="256032"/>
            <a:ext cx="1143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256032"/>
            <a:ext cx="54864" cy="868680"/>
          </a:xfrm>
          <a:prstGeom prst="rect">
            <a:avLst/>
          </a:prstGeom>
          <a:solidFill>
            <a:srgbClr val="F47B6E"/>
          </a:solidFill>
          <a:ln/>
        </p:spPr>
      </p:sp>
      <p:sp>
        <p:nvSpPr>
          <p:cNvPr id="12" name="Text 10"/>
          <p:cNvSpPr/>
          <p:nvPr/>
        </p:nvSpPr>
        <p:spPr>
          <a:xfrm>
            <a:off x="7571232" y="365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9436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909560" y="201168"/>
            <a:ext cx="182880" cy="7315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décores 6 petits papiers, tu les agrafes : un carnet à détacher !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1488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8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148840"/>
            <a:ext cx="91440" cy="1143000"/>
          </a:xfrm>
          <a:prstGeom prst="rect">
            <a:avLst/>
          </a:prstGeom>
          <a:solidFill>
            <a:srgbClr val="F47B6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2313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463040" y="25328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gros câlin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55848" y="21488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8D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55848" y="2148840"/>
            <a:ext cx="91440" cy="1143000"/>
          </a:xfrm>
          <a:prstGeom prst="rect">
            <a:avLst/>
          </a:prstGeom>
          <a:solidFill>
            <a:srgbClr val="F47B6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6888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270248" y="2313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270248" y="25328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petit-déj au lit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163056" y="21488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8D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63056" y="2148840"/>
            <a:ext cx="91440" cy="1143000"/>
          </a:xfrm>
          <a:prstGeom prst="rect">
            <a:avLst/>
          </a:prstGeom>
          <a:solidFill>
            <a:srgbClr val="F47B6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4688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77456" y="2313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077456" y="25328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préparer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bain moussant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342900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8DD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3429000"/>
            <a:ext cx="91440" cy="1143000"/>
          </a:xfrm>
          <a:prstGeom prst="rect">
            <a:avLst/>
          </a:prstGeom>
          <a:solidFill>
            <a:srgbClr val="F47B6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49040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63040" y="3593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463040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Ranger ta chambre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râler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3355848" y="342900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8D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355848" y="3429000"/>
            <a:ext cx="91440" cy="1143000"/>
          </a:xfrm>
          <a:prstGeom prst="rect">
            <a:avLst/>
          </a:prstGeom>
          <a:solidFill>
            <a:srgbClr val="A7BEA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168" y="3749040"/>
            <a:ext cx="502920" cy="5029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270248" y="3593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4270248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Arroser le jardin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6163056" y="342900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8DD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163056" y="3429000"/>
            <a:ext cx="91440" cy="1143000"/>
          </a:xfrm>
          <a:prstGeom prst="rect">
            <a:avLst/>
          </a:prstGeom>
          <a:solidFill>
            <a:srgbClr val="F9C846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749040"/>
            <a:ext cx="502920" cy="5029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077456" y="3593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1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 POUR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7077456" y="3813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Aller se coucher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râler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168"/>
                </a:solidFill>
              </a:rPr>
              <a:t>Modèle à imprimer : </a:t>
            </a:r>
            <a:pPr indent="0" marL="0">
              <a:buNone/>
            </a:pPr>
            <a:r>
              <a:rPr lang="en-US" sz="1100" b="1" u="sng" dirty="0">
                <a:solidFill>
                  <a:srgbClr val="F47B6E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befrenchie.fr · carnet de tendresse à imprimer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 rot="-600000">
            <a:off x="-731520" y="-45720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 rot="900000">
            <a:off x="7498080" y="320040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C8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ALORS,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4864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vous de choisir !</a:t>
            </a:r>
            <a:endParaRPr lang="en-US" sz="48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260604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7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697480"/>
            <a:ext cx="548640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Porte-clé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de doigt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355848" y="2468880"/>
            <a:ext cx="260604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353872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7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6974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38728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Vide-poche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3538728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de main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163056" y="2468880"/>
            <a:ext cx="260604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1"/>
          <p:cNvSpPr/>
          <p:nvPr/>
        </p:nvSpPr>
        <p:spPr>
          <a:xfrm>
            <a:off x="634593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7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269748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45936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Carnet de bons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6345936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détacher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peut aussi combiner les trois… 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Fête des Mamans - 3 idées de fou</dc:title>
  <dc:subject>PptxGenJS Presentation</dc:subject>
  <dc:creator>Nicolas</dc:creator>
  <cp:lastModifiedBy>Nicolas</cp:lastModifiedBy>
  <cp:revision>1</cp:revision>
  <dcterms:created xsi:type="dcterms:W3CDTF">2026-05-22T13:23:27Z</dcterms:created>
  <dcterms:modified xsi:type="dcterms:W3CDTF">2026-05-22T13:23:27Z</dcterms:modified>
</cp:coreProperties>
</file>